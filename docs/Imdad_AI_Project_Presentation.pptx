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5759ad2f4734e69" /><Relationship Type="http://schemas.openxmlformats.org/officeDocument/2006/relationships/extended-properties" Target="/docProps/app.xml" Id="R75b4f31083a44ff2" /><Relationship Type="http://schemas.openxmlformats.org/officeDocument/2006/relationships/officeDocument" Target="/ppt/presentation.xml" Id="R18c96165640a477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5f340b516b14405"/>
  </p:sldMasterIdLst>
  <p:notesMasterIdLst>
    <p:notesMasterId xmlns:r="http://schemas.openxmlformats.org/officeDocument/2006/relationships" r:id="R048c9861ba8246ee"/>
  </p:notesMasterIdLst>
  <p:sldIdLst>
    <p:sldId xmlns:r="http://schemas.openxmlformats.org/officeDocument/2006/relationships" id="256" r:id="R0d8b6617e4d9492d"/>
    <p:sldId xmlns:r="http://schemas.openxmlformats.org/officeDocument/2006/relationships" id="257" r:id="R2a8e3bf8e22e4d9c"/>
    <p:sldId xmlns:r="http://schemas.openxmlformats.org/officeDocument/2006/relationships" id="258" r:id="Rb9ce83c6fc654e7e"/>
    <p:sldId xmlns:r="http://schemas.openxmlformats.org/officeDocument/2006/relationships" id="259" r:id="Re7dd818e599240d8"/>
    <p:sldId xmlns:r="http://schemas.openxmlformats.org/officeDocument/2006/relationships" id="260" r:id="R1e57ebc8621a4560"/>
    <p:sldId xmlns:r="http://schemas.openxmlformats.org/officeDocument/2006/relationships" id="261" r:id="R4a5d3adf66bc4a54"/>
    <p:sldId xmlns:r="http://schemas.openxmlformats.org/officeDocument/2006/relationships" id="262" r:id="R3eaf56dcc4154f20"/>
    <p:sldId xmlns:r="http://schemas.openxmlformats.org/officeDocument/2006/relationships" id="263" r:id="Re6b1166621d54606"/>
    <p:sldId xmlns:r="http://schemas.openxmlformats.org/officeDocument/2006/relationships" id="264" r:id="Rf95bffbb31584bbc"/>
    <p:sldId xmlns:r="http://schemas.openxmlformats.org/officeDocument/2006/relationships" id="265" r:id="Rffd8e49d71964b6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8efe01b0b85426a" /><Relationship Type="http://schemas.openxmlformats.org/officeDocument/2006/relationships/slideMaster" Target="/ppt/slideMasters/slideMaster1.xml" Id="R45f340b516b14405" /><Relationship Type="http://schemas.openxmlformats.org/officeDocument/2006/relationships/notesMaster" Target="/ppt/notesMasters/notesMaster1.xml" Id="R048c9861ba8246ee" /><Relationship Type="http://schemas.openxmlformats.org/officeDocument/2006/relationships/presProps" Target="/ppt/presProps.xml" Id="R7775f27404f548ee" /><Relationship Type="http://schemas.openxmlformats.org/officeDocument/2006/relationships/tableStyles" Target="/ppt/tableStyles.xml" Id="R6b9bca860fda4154" /><Relationship Type="http://schemas.openxmlformats.org/officeDocument/2006/relationships/slide" Target="/ppt/slides/slide1.xml" Id="R0d8b6617e4d9492d" /><Relationship Type="http://schemas.openxmlformats.org/officeDocument/2006/relationships/slide" Target="/ppt/slides/slide2.xml" Id="R2a8e3bf8e22e4d9c" /><Relationship Type="http://schemas.openxmlformats.org/officeDocument/2006/relationships/slide" Target="/ppt/slides/slide3.xml" Id="Rb9ce83c6fc654e7e" /><Relationship Type="http://schemas.openxmlformats.org/officeDocument/2006/relationships/slide" Target="/ppt/slides/slide4.xml" Id="Re7dd818e599240d8" /><Relationship Type="http://schemas.openxmlformats.org/officeDocument/2006/relationships/slide" Target="/ppt/slides/slide5.xml" Id="R1e57ebc8621a4560" /><Relationship Type="http://schemas.openxmlformats.org/officeDocument/2006/relationships/slide" Target="/ppt/slides/slide6.xml" Id="R4a5d3adf66bc4a54" /><Relationship Type="http://schemas.openxmlformats.org/officeDocument/2006/relationships/slide" Target="/ppt/slides/slide7.xml" Id="R3eaf56dcc4154f20" /><Relationship Type="http://schemas.openxmlformats.org/officeDocument/2006/relationships/slide" Target="/ppt/slides/slide8.xml" Id="Re6b1166621d54606" /><Relationship Type="http://schemas.openxmlformats.org/officeDocument/2006/relationships/slide" Target="/ppt/slides/slide9.xml" Id="Rf95bffbb31584bbc" /><Relationship Type="http://schemas.openxmlformats.org/officeDocument/2006/relationships/slide" Target="/ppt/slides/slide10.xml" Id="Rffd8e49d71964b6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52907e5ef9246b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77dba0e44694a28" /><Relationship Type="http://schemas.openxmlformats.org/officeDocument/2006/relationships/notesMaster" Target="/ppt/notesMasters/notesMaster1.xml" Id="R8ef0b2a7d4a34c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36a75e10c8a4f01" /><Relationship Type="http://schemas.openxmlformats.org/officeDocument/2006/relationships/notesMaster" Target="/ppt/notesMasters/notesMaster1.xml" Id="R92b34bf5a842430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eb57ca98fe44f9c" /><Relationship Type="http://schemas.openxmlformats.org/officeDocument/2006/relationships/notesMaster" Target="/ppt/notesMasters/notesMaster1.xml" Id="R28c4aedd3ae9426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2842724a4894ed8" /><Relationship Type="http://schemas.openxmlformats.org/officeDocument/2006/relationships/notesMaster" Target="/ppt/notesMasters/notesMaster1.xml" Id="Rb20307d21bb640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2727a7b154545e2" /><Relationship Type="http://schemas.openxmlformats.org/officeDocument/2006/relationships/notesMaster" Target="/ppt/notesMasters/notesMaster1.xml" Id="R99d99991926048c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a4f446d1a5d4a35" /><Relationship Type="http://schemas.openxmlformats.org/officeDocument/2006/relationships/notesMaster" Target="/ppt/notesMasters/notesMaster1.xml" Id="R7a0506214216458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26df76dccbd47d5" /><Relationship Type="http://schemas.openxmlformats.org/officeDocument/2006/relationships/notesMaster" Target="/ppt/notesMasters/notesMaster1.xml" Id="R9fc325db060f47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65babf051284741" /><Relationship Type="http://schemas.openxmlformats.org/officeDocument/2006/relationships/notesMaster" Target="/ppt/notesMasters/notesMaster1.xml" Id="R7405167cf0ba4a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07dfb82f8ce465d" /><Relationship Type="http://schemas.openxmlformats.org/officeDocument/2006/relationships/notesMaster" Target="/ppt/notesMasters/notesMaster1.xml" Id="R3af8e26d519b4d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74c99bc5cba47a5" /><Relationship Type="http://schemas.openxmlformats.org/officeDocument/2006/relationships/notesMaster" Target="/ppt/notesMasters/notesMaster1.xml" Id="Rd84dc70c91934ef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package.json, src/App.tsx, server/index.js, supabase/schema.sql. This deck describes the implemented Imdad AI prototype.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src/App.tsx role dashboards and AI Help flow; server/index.js troubleshooting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user requirements and implemented Knowledge Base issue categories in src/App.tsx and Supabase schema.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package.json, server/index.js, supabase/schema.sql. No SQLite or unimplemented technology is claimed.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src/App.tsx AI Help flow and ticket creation logic; server/index.js troubleshooting endpoint.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role navigation and protected route handling in src/App.tsx.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src/App.tsx, src/supabaseStore.ts, supabase/schema.sql.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conversation requirements and code changes verified in local project files.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npm build verification from project work and implemented React/Supabase modules.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project roadmap inferred from current implementation gaps. Authentication productionization is future scope, not claimed as complete.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4710b87b9674c5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89253a63b6542d9" /><Relationship Type="http://schemas.openxmlformats.org/officeDocument/2006/relationships/slideLayout" Target="/ppt/slideLayouts/slideLayout1.xml" Id="R85fc1708115442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fc1708115442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0a47e8f3cbe46f3" /><Relationship Type="http://schemas.openxmlformats.org/officeDocument/2006/relationships/notesSlide" Target="/ppt/notesSlides/notesSlide1.xml" Id="R8080a8b2332c414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4e3d48e0dd46e1" /><Relationship Type="http://schemas.openxmlformats.org/officeDocument/2006/relationships/notesSlide" Target="/ppt/notesSlides/notesSlide2.xml" Id="Radb550d2459e458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f6cac92461140b2" /><Relationship Type="http://schemas.openxmlformats.org/officeDocument/2006/relationships/notesSlide" Target="/ppt/notesSlides/notesSlide3.xml" Id="R237144a682d74bf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3a8b8e2ae446a" /><Relationship Type="http://schemas.openxmlformats.org/officeDocument/2006/relationships/notesSlide" Target="/ppt/notesSlides/notesSlide4.xml" Id="Rbb35fe1d8bc24c1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63402120e4201" /><Relationship Type="http://schemas.openxmlformats.org/officeDocument/2006/relationships/notesSlide" Target="/ppt/notesSlides/notesSlide5.xml" Id="R98b059ed56004d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5e8dff4378439d" /><Relationship Type="http://schemas.openxmlformats.org/officeDocument/2006/relationships/notesSlide" Target="/ppt/notesSlides/notesSlide6.xml" Id="R773b5bf576e945a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bcfb9110b5457e" /><Relationship Type="http://schemas.openxmlformats.org/officeDocument/2006/relationships/notesSlide" Target="/ppt/notesSlides/notesSlide7.xml" Id="R3906a5e43ade4763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4948c2e90149a5" /><Relationship Type="http://schemas.openxmlformats.org/officeDocument/2006/relationships/notesSlide" Target="/ppt/notesSlides/notesSlide8.xml" Id="R4cae3ed655574d7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c458063ea417b" /><Relationship Type="http://schemas.openxmlformats.org/officeDocument/2006/relationships/notesSlide" Target="/ppt/notesSlides/notesSlide9.xml" Id="R532c25dcfa494ec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e30b01a3584af7" /><Relationship Type="http://schemas.openxmlformats.org/officeDocument/2006/relationships/notesSlide" Target="/ppt/notesSlides/notesSlide10.xml" Id="Rd91771d8bf7b4ff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52FEB6-AB60-4900-87AD-99F32CC5C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74295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62748E"/>
                </a:solidFill>
              </a:defRPr>
            </a:pPr>
            <a:r>
              <a:rPr sz="1050" b="1">
                <a:solidFill>
                  <a:srgbClr val="62748E"/>
                </a:solidFill>
              </a:rPr>
              <a:t>AI TICKET MANAGEMENT AGENT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4DFB21-E3C2-40B7-A457-D062FD52A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5905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020618"/>
                </a:solidFill>
              </a:defRPr>
            </a:pPr>
            <a:r>
              <a:rPr sz="4500" b="1">
                <a:solidFill>
                  <a:srgbClr val="020618"/>
                </a:solidFill>
              </a:rPr>
              <a:t>Imdad AI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3F270A8-00BE-4F49-937B-9F8225B4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81250"/>
            <a:ext cx="61912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314158"/>
                </a:solidFill>
              </a:defRPr>
            </a:pPr>
            <a:r>
              <a:rPr sz="1800" b="0">
                <a:solidFill>
                  <a:srgbClr val="314158"/>
                </a:solidFill>
              </a:rPr>
              <a:t>A smart AI-powered support ticket system for faster troubleshooting, structured escalation, and role-based IT support workflows.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727577-87B5-4F3A-8FBB-F04787070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27635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B2CEC34-E1C1-45ED-89A7-C673E9083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954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KB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5C5F53-B23B-42EF-9A54-FB4805FD4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71750"/>
            <a:ext cx="85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000" b="1">
                <a:solidFill>
                  <a:srgbClr val="020618"/>
                </a:solidFill>
              </a:defRPr>
            </a:pPr>
            <a:r>
              <a:rPr sz="3000" b="1">
                <a:solidFill>
                  <a:srgbClr val="020618"/>
                </a:solidFill>
              </a:rPr>
              <a:t>AI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AC55FB-45A9-4A20-A12D-F484FA06C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1428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TKT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7A29F33-59F1-40FD-9317-604F02676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5905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[NAME] | [INTERNSHIP NAME] | [DATE]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C8A0CD-110E-471F-98BE-13F69DB8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0070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7339B0-EF59-4891-A2F1-1FF763A39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01</a:t>
            </a:r>
          </a:p>
        </p:txBody>
      </p:sp>
    </p:spTree>
    <p:extLst>
      <p:ext uri="{BB962C8B-B14F-4D97-AF65-F5344CB8AC3E}">
        <p14:creationId xmlns:p14="http://schemas.microsoft.com/office/powerpoint/2010/main" val="82041373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8047C74-500D-42A9-94C1-9BFAB67A9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71FA92-45C7-401D-9839-6F615F9B7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PROJECT SUMMARY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18A0A5-3EFA-42F4-9B4C-E38096303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Imdad AI reduces first-level IT support friction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B1260-3A19-41C5-8647-A48F5200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 system gives users quick troubleshooting, then creates a structured ticket only when human support is needed.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E34E9A-4CB5-4D5D-A698-412FC880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39AEC-F33E-443A-B492-A3D60342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098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3F0757-4027-4534-B0B2-68CEAC97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24125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Users describe technical issues and receive Knowledge Base or AI-guided support.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5F4B78-C90A-4DA1-92B2-D7A9C255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575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541C51-6FDC-46B6-9843-459F35AFF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71825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Unresolved issues become tickets with priority, team, status, and timestamps.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068FEF7-4679-4F7E-A25D-E4B122BCA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905250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A881C0-A711-4B4F-93CD-4ECB86943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19525"/>
            <a:ext cx="5676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Support Engineers manage resolution while Admins monitor the complete workflow.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DA6AE5-C710-4B64-96A1-8BF51C925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238375"/>
            <a:ext cx="2857500" cy="2286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78E2B0-B901-40CB-82AB-155C98716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717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User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00CC88-E802-437D-B0C8-833C0D0C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194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KB / AI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1173C2-FE41-4E42-8431-71E33413F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86715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20618"/>
                </a:solidFill>
              </a:defRPr>
            </a:pPr>
            <a:r>
              <a:rPr sz="1725" b="1">
                <a:solidFill>
                  <a:srgbClr val="020618"/>
                </a:solidFill>
              </a:rPr>
              <a:t>Ticket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EB7BAC-77C3-4A45-8494-37BBD814F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9337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748E"/>
                </a:solidFill>
              </a:defRPr>
            </a:pPr>
            <a:r>
              <a:rPr sz="180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74CC46-E50F-4EB1-BFBC-53BD6F4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581400"/>
            <a:ext cx="47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62748E"/>
                </a:solidFill>
              </a:defRPr>
            </a:pPr>
            <a:r>
              <a:rPr sz="180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EC701E-ABDC-4CE6-95B7-D4512B95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02</a:t>
            </a:r>
          </a:p>
        </p:txBody>
      </p:sp>
    </p:spTree>
    <p:extLst>
      <p:ext uri="{BB962C8B-B14F-4D97-AF65-F5344CB8AC3E}">
        <p14:creationId xmlns:p14="http://schemas.microsoft.com/office/powerpoint/2010/main" val="169662802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3C6FC4-48DB-44A2-BE0D-63EFEA93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F90061-A713-4C94-AD9E-5AB50461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53E2E-FEFD-44F2-A338-BACEB058F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project targets repetitive requests and slow escalation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931028-0E51-4811-9E71-028D43B5B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Common IT requests should not always wait for manual support. Imdad AI handles quick checks first, then escalates with context.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EC2955-0987-4CC8-B094-69C09D038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E1B1A9-CAF3-47C6-8453-FEF1869F1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2952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C8947-E673-4A12-93F3-1AB8C7283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Repetitive issues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6303B2-87A4-4E98-A8DC-76B33F16A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4861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VPN, email, login, password, access, printer, software, and system issues repeat often.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BD807A-018F-4502-B05A-7604C2215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2952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92A372-6375-462B-9771-A888A1F34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Manual effort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9683B8-0681-4118-B712-38FA7948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861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Support teams spend time asking for details and classifying tickets.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65BF63-3323-4274-AF67-CB617B010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2952750" cy="188595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140792B-692A-4013-8133-A1A0E267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9908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020618"/>
                </a:solidFill>
              </a:defRPr>
            </a:pPr>
            <a:r>
              <a:rPr sz="1650" b="1">
                <a:solidFill>
                  <a:srgbClr val="020618"/>
                </a:solidFill>
              </a:rPr>
              <a:t>Limited visibility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87DE22-1D9E-49C7-B074-171A31B66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486150"/>
            <a:ext cx="238125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5556C"/>
                </a:solidFill>
              </a:defRPr>
            </a:pPr>
            <a:r>
              <a:rPr sz="1200" b="0">
                <a:solidFill>
                  <a:srgbClr val="45556C"/>
                </a:solidFill>
              </a:rPr>
              <a:t>Users need ticket tracking while engineers and admins need operational clarity.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25678-A017-4E48-984D-E39ED1E7B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03</a:t>
            </a:r>
          </a:p>
        </p:txBody>
      </p:sp>
    </p:spTree>
    <p:extLst>
      <p:ext uri="{BB962C8B-B14F-4D97-AF65-F5344CB8AC3E}">
        <p14:creationId xmlns:p14="http://schemas.microsoft.com/office/powerpoint/2010/main" val="164592343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8FD72F-6656-49EA-8EEC-B105909FA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EA59309-07F8-407B-8D5E-0C580D9C2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TECHNOLOGY STACK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7B6026-7B5C-43C6-AA47-72B996EF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stack is React, Express, Supabase, and Ollama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32B894-B6DF-4861-B51F-4C03730F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These are the technologies currently present in the project files.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2FDAD06-67DF-42DF-90D8-65DFC055A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F7B370-720A-48ED-8D6F-D4BC4AD42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66950"/>
            <a:ext cx="1005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F9585F-866A-4FD0-946C-F3A14AF94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3812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Frontend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C85EDD-8422-4EC0-B1E1-6881ACCEE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23812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React 19, TypeScript, Vite, CSS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AE6CE41-78FA-46EF-BCEB-01BA65E46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895600"/>
            <a:ext cx="1005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4770E7-7E89-4EDC-BA8A-7566E28EB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09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70738B-C8DF-4D95-9E6B-09EA86D9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0099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Node.js and Express API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01F0F5-2FE5-4D89-B046-A325ACAB8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24250"/>
            <a:ext cx="1005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EBA3C8B-BC6A-460F-8E2E-54749C7AF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6385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Database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A11BBF-DBB1-4CFE-AEA3-8C7D8929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6385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Supabase tables and realtime subscriptions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785436-F598-42CB-AC88-A1434C45D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52900"/>
            <a:ext cx="1005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21849E-242F-4F3A-B387-437F629EF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2672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AI Layer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34A24C-2D65-4BF0-B01E-7CA530C2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26720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Ollama Llama 3.2 endpoint with fallback logic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EA9CB8-0F04-43EF-B841-0AC3557E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781550"/>
            <a:ext cx="10058400" cy="4572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26D86E5-E673-4F8B-BABD-E2F14516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89585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20618"/>
                </a:solidFill>
              </a:defRPr>
            </a:pPr>
            <a:r>
              <a:rPr sz="1275" b="1">
                <a:solidFill>
                  <a:srgbClr val="020618"/>
                </a:solidFill>
              </a:rPr>
              <a:t>UI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B8A026-9AD1-43F6-8A1A-E02A73E82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4895850"/>
            <a:ext cx="6572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Role-based pages, professional CSS theme, SVG assets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C656AD6-BEF4-4308-8696-25B847349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04</a:t>
            </a:r>
          </a:p>
        </p:txBody>
      </p:sp>
    </p:spTree>
    <p:extLst>
      <p:ext uri="{BB962C8B-B14F-4D97-AF65-F5344CB8AC3E}">
        <p14:creationId xmlns:p14="http://schemas.microsoft.com/office/powerpoint/2010/main" val="19942783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25FEB0-17A9-4F96-8B8C-BC23B4639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A0DEA9-55AC-486F-B65B-10A57ED9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SYSTEM WORKFLOW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32175A-0EAB-40DD-B50D-6E0698760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workflow checks KB first, then AI, then tickets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70E36B4-5415-4975-BEE0-CD6F41943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This mirrors the actual troubleshooting path in the application.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09D2FA-D299-425F-8F3B-9E60C1356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237271-E4B1-4850-96A1-D37B7D960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E8832-C231-4C09-AB0F-236E3BD8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4461FF-998C-478E-9D55-9619C346D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71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Issue input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EF52C-EAF6-47F9-A482-B8AF24781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695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User enters the technical problem.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64A708-A0F4-4D0A-A96D-E1FCB2F2B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6525" y="3429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748E"/>
                </a:solidFill>
              </a:defRPr>
            </a:pPr>
            <a:r>
              <a:rPr sz="165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4BFFFC-A0BD-4B89-A0D7-BFA00A76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32D2ACF-B75B-421C-9A77-FD2E14FFA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A9FCCE-4B91-4A2F-B81F-E1DF4E03A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371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KB search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5AB66D-E524-437E-B184-75F506400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95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System checks keywords and common solutions.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2C39EB-E7DE-4085-AF17-77E540E0D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3429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748E"/>
                </a:solidFill>
              </a:defRPr>
            </a:pPr>
            <a:r>
              <a:rPr sz="165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18AF7A-B8B6-47C3-BBDF-B85C1CF8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FE126E-CD76-4139-8A28-CA06C0A62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6DA4A3-C0D3-4C72-8CA8-B20C5FAA8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371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AI response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983CE8-FF5A-46AD-A0B1-30BE8406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3695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Backend asks Ollama or returns fallback guidance.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DC84B7-F80E-46B9-B9BD-6B8D796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3429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748E"/>
                </a:solidFill>
              </a:defRPr>
            </a:pPr>
            <a:r>
              <a:rPr sz="165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D758E4D-528D-4281-A5DA-39825A7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8575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E1EF5C-6807-46BF-AF9A-1CF236C5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715027-9E90-4B24-9598-BB874C0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371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Decision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32A375B-8770-4BED-B5D9-BBD0B8A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695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User marks resolved or asks for support.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E45DB82-4B29-4BD9-9467-3ADB1E823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3075" y="3429000"/>
            <a:ext cx="3238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62748E"/>
                </a:solidFill>
              </a:defRPr>
            </a:pPr>
            <a:r>
              <a:rPr sz="1650" b="1">
                <a:solidFill>
                  <a:srgbClr val="62748E"/>
                </a:solidFill>
              </a:rPr>
              <a:t>-&gt;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0ECEEA-D28B-4C3E-A2D8-0B96B812A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2857500"/>
            <a:ext cx="1809750" cy="14859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18866E-71EE-4DA2-BE9F-463204C98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05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59EBAF-CB5B-4C9A-8185-87EF445E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371850"/>
            <a:ext cx="1466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020618"/>
                </a:solidFill>
              </a:defRPr>
            </a:pPr>
            <a:r>
              <a:rPr sz="1425" b="1">
                <a:solidFill>
                  <a:srgbClr val="020618"/>
                </a:solidFill>
              </a:rPr>
              <a:t>Ticket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CF9CE58-7874-4361-8A28-B5A928A2C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95700"/>
            <a:ext cx="14668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45556C"/>
                </a:solidFill>
              </a:defRPr>
            </a:pPr>
            <a:r>
              <a:rPr sz="1050" b="0">
                <a:solidFill>
                  <a:srgbClr val="45556C"/>
                </a:solidFill>
              </a:rPr>
              <a:t>Unresolved issue is saved as a support ticket.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BBBB649-1E3F-49B7-95E0-E9D0B9149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05</a:t>
            </a:r>
          </a:p>
        </p:txBody>
      </p:sp>
    </p:spTree>
    <p:extLst>
      <p:ext uri="{BB962C8B-B14F-4D97-AF65-F5344CB8AC3E}">
        <p14:creationId xmlns:p14="http://schemas.microsoft.com/office/powerpoint/2010/main" val="42878517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88EABA4-81A3-401B-B408-C634FEF00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D9FE96-8D07-4199-8598-BCB7316AD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ROLE-BASED ACCESS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505BCC-91E6-4739-BC41-3CA9044B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Three roles keep the workflow separated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A54F0D-D260-4A8D-B55D-F9D0D9258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Each role has its own dashboard and data access scope.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33510C-F86F-4B09-9951-0BD68DEA0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D1577E-86FF-41E9-8C67-C92957216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20980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22CF8-DD59-4A12-AC93-D30AF98B7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4193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User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C85A27-88D4-4E9A-B83B-D544F4656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4193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AI Help, Raise Ticket, My Tickets, Ticket Details, Chat History, Knowledge Base.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018A08-8DA3-4880-8650-9168B0E09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33375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06858B-82E2-46DC-9CD5-6C63371FF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5433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Support Engineer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FE82E44-0BEB-47C5-9946-231C2D01E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54330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Dashboard, ticket management, AI suggestion review, remarks, assignment, resolution.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4B0E01-07A3-4261-A6E7-50DCBE17E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457700"/>
            <a:ext cx="10096500" cy="819150"/>
          </a:xfrm>
          <a:prstGeom xmlns:a="http://schemas.openxmlformats.org/drawingml/2006/main" prst="roundRect">
            <a:avLst>
              <a:gd name="adj" fmla="val 13953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A2DF959-372E-432A-93F0-2C0A4DF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6672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20618"/>
                </a:solidFill>
              </a:defRPr>
            </a:pPr>
            <a:r>
              <a:rPr sz="1800" b="1">
                <a:solidFill>
                  <a:srgbClr val="020618"/>
                </a:solidFill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6322E3-200C-4F80-9187-061102A9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667250"/>
            <a:ext cx="628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314158"/>
                </a:solidFill>
              </a:defRPr>
            </a:pPr>
            <a:r>
              <a:rPr sz="1275" b="0">
                <a:solidFill>
                  <a:srgbClr val="314158"/>
                </a:solidFill>
              </a:rPr>
              <a:t>Analytics dashboard, users, engineers, tickets, reports, Knowledge Base management.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926188-472A-4E4A-8C88-A21D9F6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06</a:t>
            </a:r>
          </a:p>
        </p:txBody>
      </p:sp>
    </p:spTree>
    <p:extLst>
      <p:ext uri="{BB962C8B-B14F-4D97-AF65-F5344CB8AC3E}">
        <p14:creationId xmlns:p14="http://schemas.microsoft.com/office/powerpoint/2010/main" val="55414902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BF66BCC-BE53-4B13-A0D0-D9B622A9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39CA35F-0CEB-4A76-972B-E4E9BCA7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IMPLEMENTATION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02D96F-B123-4394-AB27-EA90ACA2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What I developed in this prototype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4779C5-D936-4F73-91BA-816BB16F8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 work was organized into functional modules rather than one large home-page content dump.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AF2E528-FD60-4801-AB61-198BCCB68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0C38AEE-BBDA-4967-A727-721E645D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9075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2841FBC-FE02-4394-9FC4-B3E6A482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19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093394C-8F19-4486-B815-C16914066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Core roles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5EF44-26C2-4498-92E0-312B80CA6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19075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67FE0E-6193-4D40-8DD6-C3B43694B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419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83C7B-BD12-4D8A-9EB9-34142F549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Main data tables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278BBF-0ACD-4FE8-A820-A1B5261B4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19075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67F23BA-3EA0-4DE0-BC9F-FC096D3F8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419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8+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D474B8-EE63-4A7F-A0AC-37AAEFB1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Primary modules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CBDE08-6C5B-4BAB-9E24-B6E7F76A0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190750"/>
            <a:ext cx="2333625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1BC5D0-88E9-4932-83A1-CE9653D61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19350"/>
            <a:ext cx="76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20618"/>
                </a:solidFill>
              </a:defRPr>
            </a:pPr>
            <a:r>
              <a:rPr sz="2550" b="1">
                <a:solidFill>
                  <a:srgbClr val="020618"/>
                </a:solidFill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AEF581-A4F0-4133-859B-E273B426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1619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45556C"/>
                </a:solidFill>
              </a:defRPr>
            </a:pPr>
            <a:r>
              <a:rPr sz="1275" b="1">
                <a:solidFill>
                  <a:srgbClr val="45556C"/>
                </a:solidFill>
              </a:rPr>
              <a:t>Ticket lifecycle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8FEA21-18F0-4FF9-8538-C2A9BF633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BF3C67-C1D4-4C75-828F-FE68661D5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171950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Multi-page application with role-based navigation.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417C7D-E51F-4314-AA31-0A5E0092B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6577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DCA5E6-5857-4FBE-8CE1-E6FBAF0E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572000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Supabase-backed users, tickets, KB entries, chat history, and resolution history.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769980-97CF-4B15-B607-643E19E78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057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8B5901-AD5A-4808-8FF5-F2815634C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972050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Engineer dashboard with KPI cards, filters, pagination, and workflow actions.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29E11A3-857D-481F-9439-EF2E8891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4578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54717D-1666-45DB-BF9A-8B9032B0D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372100"/>
            <a:ext cx="872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Admin analytics and Knowledge Base management.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55DC3C-1B34-4860-A358-3A6700BEB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07</a:t>
            </a:r>
          </a:p>
        </p:txBody>
      </p:sp>
    </p:spTree>
    <p:extLst>
      <p:ext uri="{BB962C8B-B14F-4D97-AF65-F5344CB8AC3E}">
        <p14:creationId xmlns:p14="http://schemas.microsoft.com/office/powerpoint/2010/main" val="151478010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B78BEB-4782-4714-AE50-31182456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CD2754-F05E-4CE1-839A-A05D871C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CHALLENGES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364BBC-5D18-4A97-AB0F-15A44DEB2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Challenges became concrete fixes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74B886-2E2D-425B-B681-3D1EE82C3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Development focused on aligning requirements, database fields, role flows, and layout quality.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6A777C-969D-49C9-B777-91D591937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8AFB32-1976-4A2C-A631-764E92A7D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860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Schema mismatch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B6A8FA-0935-4135-8214-1A392D684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209800"/>
            <a:ext cx="685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A1B0BF-3E75-43B8-918B-1C055BF43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3241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158"/>
                </a:solidFill>
              </a:defRPr>
            </a:pPr>
            <a:r>
              <a:rPr sz="1163" b="0">
                <a:solidFill>
                  <a:srgbClr val="314158"/>
                </a:solidFill>
              </a:rPr>
              <a:t>Aligned project fields with Supabase tables and corrected KB/ticket insert expectations.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691D31-5874-461E-A627-468BD5EC85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0289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Route organization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15EE10-2C5F-48E1-A628-DAD5FF6D1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952750"/>
            <a:ext cx="685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CBC2B2C-AC45-4460-B979-7BF540E9E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0670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158"/>
                </a:solidFill>
              </a:defRPr>
            </a:pPr>
            <a:r>
              <a:rPr sz="1163" b="0">
                <a:solidFill>
                  <a:srgbClr val="314158"/>
                </a:solidFill>
              </a:rPr>
              <a:t>Moved content into separate pages and role dashboards.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93CDF-A422-44BF-96B1-58B41FC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7190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Runtime issues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4CFDB9-6004-4B68-9729-18CD0BF2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695700"/>
            <a:ext cx="685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C0117F-B8D7-4373-8B3B-EA0B319F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381000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158"/>
                </a:solidFill>
              </a:defRPr>
            </a:pPr>
            <a:r>
              <a:rPr sz="1163" b="0">
                <a:solidFill>
                  <a:srgbClr val="314158"/>
                </a:solidFill>
              </a:rPr>
              <a:t>Fixed Vite/dev-server and React entry problems during testing.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DAAF9-67E6-4F7D-BFBF-B665BEF4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14850"/>
            <a:ext cx="247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20618"/>
                </a:solidFill>
              </a:defRPr>
            </a:pPr>
            <a:r>
              <a:rPr sz="1575" b="1">
                <a:solidFill>
                  <a:srgbClr val="020618"/>
                </a:solidFill>
              </a:rPr>
              <a:t>Workflow depth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4B64F-0308-424B-8752-428C86C7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438650"/>
            <a:ext cx="6858000" cy="476250"/>
          </a:xfrm>
          <a:prstGeom xmlns:a="http://schemas.openxmlformats.org/drawingml/2006/main" prst="roundRect">
            <a:avLst>
              <a:gd name="adj" fmla="val 24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9D8413-E08E-4472-BAA0-BFB67C3D1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552950"/>
            <a:ext cx="628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63" b="0">
                <a:solidFill>
                  <a:srgbClr val="314158"/>
                </a:solidFill>
              </a:defRPr>
            </a:pPr>
            <a:r>
              <a:rPr sz="1163" b="0">
                <a:solidFill>
                  <a:srgbClr val="314158"/>
                </a:solidFill>
              </a:rPr>
              <a:t>Added resolution history and engineer actions for real support handling.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CEB55FA-85DF-4FAF-B1B8-D29C96EC4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08</a:t>
            </a:r>
          </a:p>
        </p:txBody>
      </p:sp>
    </p:spTree>
    <p:extLst>
      <p:ext uri="{BB962C8B-B14F-4D97-AF65-F5344CB8AC3E}">
        <p14:creationId xmlns:p14="http://schemas.microsoft.com/office/powerpoint/2010/main" val="61144979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7ADF87-64B2-4D1E-A6FB-035F0C5BC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358850-28E6-46DB-B010-70E0AFCF6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RESULT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A00D4C-0CCB-46AE-8147-9C02B1A1F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The project outcome is a working MVP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6E38EB-5F4C-41B6-B1E9-E6A76DE54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Imdad AI now demonstrates the full client-facing story from first response to analytics.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A55796-527B-4E46-8F37-6B093F6B9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28DCDF-63EB-405B-BC9E-9CD97172A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288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6CD824-A3F9-476F-B405-B30711DED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343150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Users can get KB/AI support and raise support tickets.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E769C94-F181-4876-B117-B458B19A0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813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0598F-273F-4DA7-91F1-42A61CE33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95600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Engineers can manage tickets, update status, add remarks, assign work, and close tickets.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DA826E-ABCC-4CAF-B90A-7269EDD1B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33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5A8F10-6BFF-419C-B78D-D57CCBCB5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448050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Admins can monitor tickets, users, engineers, priorities, categories, and performance.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7A7D2D-F886-4B64-923E-A3552A150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8622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7E68C9-3915-49D0-B932-B4962674B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000500"/>
            <a:ext cx="7581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Data is connected through Supabase tables with realtime app subscriptions.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31CA2C-3426-4794-8227-2F01F28DE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81250"/>
            <a:ext cx="2000250" cy="200025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AD5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09E329-4B8D-48AB-B213-170FA673F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971800"/>
            <a:ext cx="114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150" b="1">
                <a:solidFill>
                  <a:srgbClr val="020618"/>
                </a:solidFill>
              </a:defRPr>
            </a:pPr>
            <a:r>
              <a:rPr sz="3150" b="1">
                <a:solidFill>
                  <a:srgbClr val="020618"/>
                </a:solidFill>
              </a:rPr>
              <a:t>MVP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689817D-FDF8-4A8F-80B5-06A6AC6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35623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ready for demo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ED7906-9440-4E99-AA71-CA91D622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09</a:t>
            </a:r>
          </a:p>
        </p:txBody>
      </p:sp>
    </p:spTree>
    <p:extLst>
      <p:ext uri="{BB962C8B-B14F-4D97-AF65-F5344CB8AC3E}">
        <p14:creationId xmlns:p14="http://schemas.microsoft.com/office/powerpoint/2010/main" val="862499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18C384B-D056-45D4-9F07-97F091816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IMDAD AI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5EEAF-509C-433B-B7C3-55F2AD7DE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2748E"/>
                </a:solidFill>
              </a:defRPr>
            </a:pPr>
            <a:r>
              <a:rPr sz="975" b="1">
                <a:solidFill>
                  <a:srgbClr val="62748E"/>
                </a:solidFill>
              </a:rPr>
              <a:t>FUTURE SCOPE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F3D9E64-E5CE-4784-BA2D-20BF544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33450"/>
            <a:ext cx="723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20618"/>
                </a:solidFill>
              </a:defRPr>
            </a:pPr>
            <a:r>
              <a:rPr sz="2700" b="1">
                <a:solidFill>
                  <a:srgbClr val="020618"/>
                </a:solidFill>
              </a:rPr>
              <a:t>Future scope and conclusion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DE5368-8CBE-45F6-8084-5A8F11349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781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5556C"/>
                </a:solidFill>
              </a:defRPr>
            </a:pPr>
            <a:r>
              <a:rPr sz="1350" b="0">
                <a:solidFill>
                  <a:srgbClr val="45556C"/>
                </a:solidFill>
              </a:rPr>
              <a:t>The next improvements should focus on production authentication, notifications, reporting depth, and deployment.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5755F-35FF-4B24-8691-434B1798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5151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24F0C3-8938-4890-8239-B109BF9FA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2764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12E075-BBEF-4333-97DF-6449E7CC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1907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Move prototype password handling to production Supabase Auth/JWT.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1BA8C2-03C1-4E86-B002-45CC0D6F2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717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9EB4F8-D571-4B54-ACA4-59048205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6860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Add email notifications and ticket assignment alerts.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2F5862-730F-418E-BC04-951496BAC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670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AAF791-5A89-4291-8555-278DA100C0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1813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Add date-range reports, export options, and SLA metrics.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8664D-73A6-49B6-B5BD-F4F33D88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623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157A33-10C2-4ED9-8576-97E241157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6766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Improve AI prompts and expand Knowledge Base coverage.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6FA301-1116-482F-8F86-56AEE182D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57675"/>
            <a:ext cx="762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0DEEA-766A-4F10-AF02-B2C9AFCAD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71950"/>
            <a:ext cx="81534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314158"/>
                </a:solidFill>
              </a:defRPr>
            </a:pPr>
            <a:r>
              <a:rPr sz="1425" b="0">
                <a:solidFill>
                  <a:srgbClr val="314158"/>
                </a:solidFill>
              </a:rPr>
              <a:t>Deploy the system for real organizational usage.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EAADA6-CB9A-4095-9FBF-AC7A4FBFD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38750"/>
            <a:ext cx="5334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20618"/>
          </a:solidFill>
          <a:ln xmlns:a="http://schemas.openxmlformats.org/drawingml/2006/main" w="0">
            <a:solidFill>
              <a:srgbClr val="02061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70C1C54-B342-42FE-8D04-D691453ED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76875"/>
            <a:ext cx="7810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314158"/>
                </a:solidFill>
              </a:defRPr>
            </a:pPr>
            <a:r>
              <a:rPr sz="1350" b="0">
                <a:solidFill>
                  <a:srgbClr val="314158"/>
                </a:solidFill>
              </a:rPr>
              <a:t>Conclusion: Imdad AI shows how AI assistance and structured ticket workflow can reduce repetitive support effort while keeping human escalation clear.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AB622-1819-4D4B-85C6-9F849849E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6496050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2748E"/>
                </a:solidFill>
              </a:defRPr>
            </a:pPr>
            <a:r>
              <a:rPr sz="825" b="0">
                <a:solidFill>
                  <a:srgbClr val="62748E"/>
                </a:solidFill>
              </a:rPr>
              <a:t>Imdad AI | 10</a:t>
            </a:r>
          </a:p>
        </p:txBody>
      </p:sp>
    </p:spTree>
    <p:extLst>
      <p:ext uri="{BB962C8B-B14F-4D97-AF65-F5344CB8AC3E}">
        <p14:creationId xmlns:p14="http://schemas.microsoft.com/office/powerpoint/2010/main" val="14548889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2026-08-14T14:58:34.3880000Z</dcterms:created>
  <dcterms:modified xsi:type="dcterms:W3CDTF">2026-08-14T14:58:34.3880000Z</dcterms:modified>
</coreProperties>
</file>